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200400" cy="347472"/>
          </a:xfrm>
          <a:prstGeom prst="roundRect">
            <a:avLst>
              <a:gd name="adj" fmla="val 26316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VIDA Y VISIÓN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Plan de Vida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mapa estratégico forjado con convicción, metas claras y la determinación constante de construir un futuro de excelencia y trascendencia.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131A2E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4754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Superación Académica y Profesional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60520" y="411480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131A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PRINCIPAL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34840" y="4754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Carisma, Disciplina y Perseverancia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0" y="411480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13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0" y="4754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Bachillerato ➔ Universidad ➔ Maestría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&amp; FORTALEZA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Cualidades y Personalidad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4937760" cy="4206240"/>
          </a:xfrm>
          <a:prstGeom prst="roundRect">
            <a:avLst>
              <a:gd name="adj" fmla="val 2174"/>
            </a:avLst>
          </a:prstGeom>
          <a:solidFill>
            <a:srgbClr val="131A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202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Soy Carismático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 natural para conectar positivamente con las personas mediante empatía, energía constructiva y comunicación asertiva.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Liderazgo empático: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Inspirar entusiasmo en proyectos de equipo.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Comunicación asertiva: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relaciones sólidas y enriquecedoras.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Actitud positiva: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que crea ambientes de confianza y dinamismo.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691640"/>
            <a:ext cx="4937760" cy="4206240"/>
          </a:xfrm>
          <a:prstGeom prst="roundRect">
            <a:avLst>
              <a:gd name="adj" fmla="val 2174"/>
            </a:avLst>
          </a:prstGeom>
          <a:solidFill>
            <a:srgbClr val="131A2E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9202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Muy Perseverante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0" y="2560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Determinación inquebrantable que no se rinde ante los retos, convirtiendo cualquier obstáculo en superación y aprendizaje.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3383280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Constancia diaria: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continuo y disciplina aún bajo exigencia.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Resiliencia activa: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Firmeza para levantarse con más fuerza ante tropiezos.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Foco incondicional: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absoluto hasta culminar el objetivo propuesto.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ASPIRACIÓN &amp; VOCACIÓN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Metas y Sueños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4846320" cy="4114800"/>
          </a:xfrm>
          <a:prstGeom prst="roundRect">
            <a:avLst>
              <a:gd name="adj" fmla="val 2222"/>
            </a:avLst>
          </a:prstGeom>
          <a:solidFill>
            <a:srgbClr val="13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11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1: EDUCACIÓN SUPERIOR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 a la Universidad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Acceder a la educación superior como la puerta principal hacia el pensamiento crítico, la ciencia y la formación tecnológica de excelencia.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43891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Dedicación académica al 100%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Vocación técnica y pasión por la ingeniería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4846320" cy="4114800"/>
          </a:xfrm>
          <a:prstGeom prst="roundRect">
            <a:avLst>
              <a:gd name="adj" fmla="val 2222"/>
            </a:avLst>
          </a:prstGeom>
          <a:solidFill>
            <a:srgbClr val="131A2E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11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2: ALTA ESPECIALIZACIÓN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 Sacar una Maestría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301752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mis estudios superiores mediante un posgrado de maestría que me posicione como un especialista de referencia, capaz de liderar soluciones de alto impacto.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43891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Liderazgo e investigación aplicada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Proyección y competitividad internacional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EN 3 FASES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Objetivos a Futuro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200400" cy="4206240"/>
          </a:xfrm>
          <a:prstGeom prst="roundRect">
            <a:avLst>
              <a:gd name="adj" fmla="val 2857"/>
            </a:avLst>
          </a:prstGeom>
          <a:solidFill>
            <a:srgbClr val="13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Graduarme de bachillerato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56616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Culminar la educación media superior con solidez académica, disciplina y la preparación necesaria para afrontar el examen de admisión.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49377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Cierre académico exitoso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Preparación de ingreso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1737360"/>
            <a:ext cx="3200400" cy="4206240"/>
          </a:xfrm>
          <a:prstGeom prst="roundRect">
            <a:avLst>
              <a:gd name="adj" fmla="val 2857"/>
            </a:avLst>
          </a:prstGeom>
          <a:solidFill>
            <a:srgbClr val="131A2E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MEDIANO PLAZO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34840" y="23774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 a la universidad y elegir una ingeniería o un técnico en mantenimiento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34840" y="356616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mi lugar en la educación superior y consolidar mi camino vocacional entre una ingeniería o un técnico en mantenimiento.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49377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Admisión universitaria lograda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Elección vocacional técnica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9520" y="1737360"/>
            <a:ext cx="3200400" cy="4206240"/>
          </a:xfrm>
          <a:prstGeom prst="roundRect">
            <a:avLst>
              <a:gd name="adj" fmla="val 2857"/>
            </a:avLst>
          </a:prstGeom>
          <a:solidFill>
            <a:srgbClr val="131A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PLAZO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0" y="23774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Graduarme como ingeniero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63840" y="356616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la totalidad del plan de estudios y titularme formalmente como Ingeniero, listo para liderar proyectos en la industria.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0" y="49377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Título profesional universitario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Integración al campo laboral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PACTO Y DISCIPLINA DIARIA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Compromisos Personales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4937760" cy="4114800"/>
          </a:xfrm>
          <a:prstGeom prst="roundRect">
            <a:avLst>
              <a:gd name="adj" fmla="val 2222"/>
            </a:avLst>
          </a:prstGeom>
          <a:solidFill>
            <a:srgbClr val="131A2E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11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#1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"Esforzarme cada día para alcanzar mis metas"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perseverancia se demuestra en el día a día. Me comprometo a dedicar esfuerzo sincero, enfoque y hábitos disciplinados de estudio en cada jornada, sin rendirme ante la pereza ni las dificultades momentáneas.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Hábitos de estudio diarios y constantes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Autodisciplina y enfoque en resultados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737360"/>
            <a:ext cx="4937760" cy="4114800"/>
          </a:xfrm>
          <a:prstGeom prst="roundRect">
            <a:avLst>
              <a:gd name="adj" fmla="val 2222"/>
            </a:avLst>
          </a:prstGeom>
          <a:solidFill>
            <a:srgbClr val="131A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011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#2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23774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"Aprovechar las oportunidades que se me presenten"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329184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una mentalidad proactiva y despierta para identificar cursos, becas, proyectos, prácticas y relaciones constructivas que impulsen mi avance vocacional y profesional.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47548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Mentalidad abierta al aprendizaje continuo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Iniciativa y audacia constructiva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Y HORIZONTE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Convicción y Futuro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371600" y="2423160"/>
            <a:ext cx="8961120" cy="1645920"/>
          </a:xfrm>
          <a:prstGeom prst="rect">
            <a:avLst/>
          </a:prstGeom>
          <a:solidFill>
            <a:srgbClr val="131A2E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60604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futuro no se espera, se construye. Con la certeza de mis cualidades, el anhelo de mis metas y la firmeza de mis compromisos diarios, avanzo con paso seguro hacia mi meta: ser un profesional de excelencia que trascienda y deje huella."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4389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4937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fe en mis capacidades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4389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PERSEVERANCIA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4937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Constancia inquebrantable diaria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89520" y="4389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937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 y Maestro de excelencia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 Plan de Vida</dc:title>
  <dc:subject>PptxGenJS Presentation</dc:subject>
  <dc:creator>Manuel Ayala</dc:creator>
  <cp:lastModifiedBy>Manuel Ayala</cp:lastModifiedBy>
  <cp:revision>1</cp:revision>
  <dcterms:created xsi:type="dcterms:W3CDTF">2026-10-28T02:59:42Z</dcterms:created>
  <dcterms:modified xsi:type="dcterms:W3CDTF">2026-10-28T02:59:42Z</dcterms:modified>
</cp:coreProperties>
</file>